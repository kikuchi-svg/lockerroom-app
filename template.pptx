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51773-AD53-7AC8-61D9-67D25C106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27DA56-573C-0BBC-D31A-D5E1E6FB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E661B9-0440-2E29-2CAA-56D08F7A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048606-BEA7-F80C-709F-8AA7F944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AD26EC-8420-83E2-5884-8ED5FA79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47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97F57B-2079-0075-83A0-01A08623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4EB27-5B7A-292B-2A2E-52BBA26A3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DC4D9F-E0E8-C508-0C22-C75E5201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17AFAD-83B0-461E-1823-405F0CD1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499E26-BF0C-3F39-9999-8B1C1A27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42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83F668-66F4-248A-2E5E-051953AF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1642BC-C801-3057-6B28-74852FA80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16A365-4104-EE42-8032-44489B13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300191-BD00-DC54-5013-A5E562C6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D00C64-B69C-0CD7-BC00-7F9D8D0E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69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852D0E-F0D3-CD58-6398-B403A3BB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CA7109-0470-6798-2F57-953C7275D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7CA0A7-7F7A-3A13-7857-05C343A54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9738C5-C655-60FA-BAF7-F5A9E969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909E3E-6299-B424-B805-23ECC58F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E72562-1104-3A11-5CE3-8D04E53C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50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6C05-F66F-1B86-9BF0-9498E135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C7DAAE-4BE6-A678-50E5-C5C6525A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5D02DE-74C8-1022-9263-4F7F24F70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C8FAB0-6A99-8AEE-0E1C-48445BA18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02A439-59B2-4BFB-A96E-66DF9AF2E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B53597-8275-941A-9CD9-5583B1EA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2AEB273-68D5-DFAD-7B6B-6E698E5C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87A0CC-DCCC-1BEF-9BB6-28211587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16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51165F-D925-6128-E525-C45D061E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225EFA-04E7-550B-DB7A-113C2AF6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4D3DA0-1044-1EC4-C0CE-31E8B9D3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5FD9E6-625C-10BB-C9AC-D83AF582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92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5896EA-3AF8-46CD-113F-9E9EC518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382CE1-C6EF-1709-DBB9-2B268678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37518-A255-22FD-BBB6-839215E8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87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9D01-381D-8B87-E2B0-6639311C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33BB5B-F6F5-FA53-1DC5-8CD2580B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5C391A-BDD7-FCDD-D24B-14D0F4A05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5D8EB-3967-60C4-005B-416A7EC8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1B38A2-16E5-EE32-AD44-0E39CDE5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8F410F-9A21-DC83-CD96-C7705BBB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94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35512-4FAC-B453-73F9-DEE585A1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9516DB7-C4B3-5773-5517-9E6921EE1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03EFEE-5E33-8699-11CC-C149C7A7A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4280BE-1A34-6772-6584-072944C7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7E0128-46E1-82CD-D132-72BDCDE0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3941A8-28D9-52E0-9C7B-19108AF5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57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C8F20-01AC-CB5B-495D-84518BE1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0297EB-2E65-E75E-ED8A-941E437DC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767E9-705D-489E-B9D2-2E1F26D8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370EC7-851E-CDDE-01AB-9A1AE32E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BDBF91-9988-AF5F-3797-94C997CC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3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0E614E0-F3EC-C50E-D810-0028696D0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38743A-5BDE-4A2C-C60D-0A879A0A1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BBDDD6-FBE4-59F0-024F-D9F4A54C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103D72-5E1E-B0D4-E83C-0E887599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1695F9-8D7D-64B6-4669-50979F54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16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E5330E-152D-0CC3-A729-7D84E715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424EA0-FBBE-A646-923F-622B168A0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ED3531-D384-2B6D-6251-CF5565D12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2D8EC-4976-4FF8-ABA2-9E9AAEDA2DCF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875BBC-E35D-CA97-7A15-FFAAC05E1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E4F921-0901-2324-C09E-CA964BDFE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BAB19-FAB7-4381-9C1C-B515EC87F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04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87B72D-A79D-D206-7A6B-F671E2E88624}"/>
              </a:ext>
            </a:extLst>
          </p:cNvPr>
          <p:cNvSpPr/>
          <p:nvPr/>
        </p:nvSpPr>
        <p:spPr>
          <a:xfrm>
            <a:off x="859536" y="868680"/>
            <a:ext cx="2560320" cy="53035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状態目標（シーン／情景）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2D7D5B-452F-5526-ECB9-DD7587309A9A}"/>
              </a:ext>
            </a:extLst>
          </p:cNvPr>
          <p:cNvSpPr/>
          <p:nvPr/>
        </p:nvSpPr>
        <p:spPr>
          <a:xfrm>
            <a:off x="859536" y="1399032"/>
            <a:ext cx="10296144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accent1">
                    <a:lumMod val="50000"/>
                  </a:schemeClr>
                </a:solidFill>
              </a:rPr>
              <a:t>ああああ</a:t>
            </a:r>
            <a:endParaRPr kumimoji="1" lang="ja-JP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D396DB-9E85-83D5-B6B9-18402284B873}"/>
              </a:ext>
            </a:extLst>
          </p:cNvPr>
          <p:cNvSpPr/>
          <p:nvPr/>
        </p:nvSpPr>
        <p:spPr>
          <a:xfrm>
            <a:off x="859536" y="3005328"/>
            <a:ext cx="2560320" cy="53035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成果</a:t>
            </a:r>
            <a:r>
              <a:rPr kumimoji="1" lang="ja-JP" altLang="en-US" sz="1400" dirty="0"/>
              <a:t>目標（測れるもの）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38C65C3-82CC-4BB5-41C1-B0435B239C58}"/>
              </a:ext>
            </a:extLst>
          </p:cNvPr>
          <p:cNvSpPr/>
          <p:nvPr/>
        </p:nvSpPr>
        <p:spPr>
          <a:xfrm>
            <a:off x="859536" y="3535680"/>
            <a:ext cx="10296144" cy="1082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accent1">
                    <a:lumMod val="50000"/>
                  </a:schemeClr>
                </a:solidFill>
              </a:rPr>
              <a:t>ああああ</a:t>
            </a:r>
            <a:endParaRPr kumimoji="1" lang="ja-JP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D48707-248C-59D4-00C1-E92AEAE25FEF}"/>
              </a:ext>
            </a:extLst>
          </p:cNvPr>
          <p:cNvSpPr/>
          <p:nvPr/>
        </p:nvSpPr>
        <p:spPr>
          <a:xfrm>
            <a:off x="859536" y="4760977"/>
            <a:ext cx="2560320" cy="53035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（あなたの）行動目標目標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DB8660D-DEDA-7A29-0513-234C01BB3E2E}"/>
              </a:ext>
            </a:extLst>
          </p:cNvPr>
          <p:cNvSpPr/>
          <p:nvPr/>
        </p:nvSpPr>
        <p:spPr>
          <a:xfrm>
            <a:off x="859536" y="5291329"/>
            <a:ext cx="10296144" cy="1082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accent1">
                    <a:lumMod val="50000"/>
                  </a:schemeClr>
                </a:solidFill>
              </a:rPr>
              <a:t>ああああ</a:t>
            </a:r>
            <a:endParaRPr kumimoji="1" lang="ja-JP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C51E86-C2AA-C0D1-9A8D-7DDEFB799A01}"/>
              </a:ext>
            </a:extLst>
          </p:cNvPr>
          <p:cNvSpPr txBox="1"/>
          <p:nvPr/>
        </p:nvSpPr>
        <p:spPr>
          <a:xfrm>
            <a:off x="5522976" y="1078915"/>
            <a:ext cx="5632704" cy="307777"/>
          </a:xfrm>
          <a:prstGeom prst="rect">
            <a:avLst/>
          </a:prstGeom>
          <a:solidFill>
            <a:srgbClr val="CC9900"/>
          </a:solidFill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 dirty="0">
                <a:solidFill>
                  <a:schemeClr val="bg1"/>
                </a:solidFill>
              </a:rPr>
              <a:t>☑主語が明確か　☑期日があるか　☑ワクワクするか　☑非連続か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419739-5ED1-F360-1933-820B217F7712}"/>
              </a:ext>
            </a:extLst>
          </p:cNvPr>
          <p:cNvSpPr txBox="1"/>
          <p:nvPr/>
        </p:nvSpPr>
        <p:spPr>
          <a:xfrm>
            <a:off x="795528" y="338328"/>
            <a:ext cx="482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▶ロッカールーム（〇〇）　</a:t>
            </a:r>
            <a:r>
              <a:rPr kumimoji="1" lang="en-US" altLang="ja-JP" dirty="0"/>
              <a:t>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5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</a:t>
            </a:r>
            <a:r>
              <a:rPr kumimoji="1" lang="ja-JP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641581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54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祐城 菊池</dc:creator>
  <cp:lastModifiedBy>祐城 菊池</cp:lastModifiedBy>
  <cp:revision>2</cp:revision>
  <dcterms:created xsi:type="dcterms:W3CDTF">2026-05-01T06:40:20Z</dcterms:created>
  <dcterms:modified xsi:type="dcterms:W3CDTF">2026-05-01T07:04:07Z</dcterms:modified>
</cp:coreProperties>
</file>